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artificial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AI Research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Artificial Intelligence (AI) refers to the development of computer systems that can perform tasks that typically require human intelligence</a:t>
            </a:r>
          </a:p>
          <a:p>
            <a:pPr>
              <a:defRPr sz="2200"/>
            </a:pPr>
            <a:r>
              <a:t>AI involves the use of algorithms, data structures, and computer programs to enable machines to learn, reason, and interact with their environment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The term "Artificial Intelligence" was coined in 1956 by John McCarthy</a:t>
            </a:r>
          </a:p>
          <a:p>
            <a:pPr>
              <a:defRPr sz="2200"/>
            </a:pPr>
            <a:r>
              <a:t>The first AI program, called Logical Theorist, was developed in 1956 by Allen Newell and Herbert Simon</a:t>
            </a:r>
          </a:p>
          <a:p>
            <a:pPr>
              <a:defRPr sz="2200"/>
            </a:pPr>
            <a:r>
              <a:t>The field of AI has evolved significantly over the years, with major advancements in machine learning, natural language processing, and computer vision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Narrow or Weak AI: designed to perform a specific task, such as facial recognition or language translation</a:t>
            </a:r>
          </a:p>
          <a:p>
            <a:pPr>
              <a:defRPr sz="2200"/>
            </a:pPr>
            <a:r>
              <a:t>General or Strong AI: a hypothetical AI system that possesses the ability to understand, learn, and apply knowledge across a wide range of tasks</a:t>
            </a:r>
          </a:p>
          <a:p>
            <a:pPr>
              <a:defRPr sz="2200"/>
            </a:pPr>
            <a:r>
              <a:t>Superintelligence: a hypothetical AI system that is significantly more intelligent than the best human minds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Machine learning is a subset of AI that involves the use of algorithms and statistical models to enable machines to learn from data</a:t>
            </a:r>
          </a:p>
          <a:p>
            <a:pPr>
              <a:defRPr sz="2200"/>
            </a:pPr>
            <a:r>
              <a:t>Types of machine learning: supervised, unsupervised, and reinforcement learning</a:t>
            </a:r>
          </a:p>
          <a:p>
            <a:pPr>
              <a:defRPr sz="2200"/>
            </a:pPr>
            <a:r>
              <a:t>Applications of machine learning: image recognition, natural language processing, and predictive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Virtual assistants: Siri, Alexa, and Google Assistant</a:t>
            </a:r>
          </a:p>
          <a:p>
            <a:pPr>
              <a:defRPr sz="2200"/>
            </a:pPr>
            <a:r>
              <a:t>Image recognition: selfdriving cars, facial recognition, and medical diagnosis</a:t>
            </a:r>
          </a:p>
          <a:p>
            <a:pPr>
              <a:defRPr sz="2200"/>
            </a:pPr>
            <a:r>
              <a:t>Natural language processing: language translation, sentiment analysis, and text summarization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Increased efficiency and productivity</a:t>
            </a:r>
          </a:p>
          <a:p>
            <a:pPr>
              <a:defRPr sz="2200"/>
            </a:pPr>
            <a:r>
              <a:t>Improved accuracy and decisionmaking</a:t>
            </a:r>
          </a:p>
          <a:p>
            <a:pPr>
              <a:defRPr sz="2200"/>
            </a:pPr>
            <a:r>
              <a:t>Enhanced customer experience and personalization</a:t>
            </a:r>
          </a:p>
          <a:p>
            <a:pPr>
              <a:defRPr sz="2200"/>
            </a:pPr>
            <a:r>
              <a:t>Potential to solve complex problems in fields such as healthcare, finance, and education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Limitations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Bias and fairness in AI decisionmaking</a:t>
            </a:r>
          </a:p>
          <a:p>
            <a:pPr>
              <a:defRPr sz="2200"/>
            </a:pPr>
            <a:r>
              <a:t>Job displacement and workforce disruption</a:t>
            </a:r>
          </a:p>
          <a:p>
            <a:pPr>
              <a:defRPr sz="2200"/>
            </a:pPr>
            <a:r>
              <a:t>Cybersecurity risks and data privacy concerns</a:t>
            </a:r>
          </a:p>
          <a:p>
            <a:pPr>
              <a:defRPr sz="2200"/>
            </a:pPr>
            <a:r>
              <a:t>Need for transparency and explainability in AI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Increased adoption of AI in industries such as healthcare, finance, and education</a:t>
            </a:r>
          </a:p>
          <a:p>
            <a:pPr>
              <a:defRPr sz="2200"/>
            </a:pPr>
            <a:r>
              <a:t>Development of more advanced AI systems, such as explainable AI and transparent AI</a:t>
            </a:r>
          </a:p>
          <a:p>
            <a:pPr>
              <a:defRPr sz="2200"/>
            </a:pPr>
            <a:r>
              <a:t>Potential for AI to solve complex problems, such as climate change and sustainable development</a:t>
            </a:r>
          </a:p>
          <a:p>
            <a:pPr>
              <a:defRPr sz="2200"/>
            </a:pPr>
            <a:r>
              <a:t>Need for ongoing research and investment in AI to realize its full potential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