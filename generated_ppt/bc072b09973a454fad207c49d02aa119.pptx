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Generated by AI Research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Artificial Intelligence (AI) refers to the development of computer systems that can perform tasks that typically require human intelligence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involves the use of algorithms, statistical models, and computer programming to enable machines to think and learn like humans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History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The term "Artificial Intelligence" was coined in 1956 by John McCarthy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The first AI program, called Logical Theorist, was developed in 1956 by Allen Newell and Herbert Simon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The field of AI has evolved significantly over the years, with advancements in machine learning, natural language processing, and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Types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Narrow or Weak AI: designed to perform a specific task, such as facial recognition or language translation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General or Strong AI: a hypothetical AI system that possesses the ability to understand, learn, and apply knowledge like a human being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Superintelligence: an AI system that is significantly more intelligent than the best human 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 subset of AI that involves the use of algorithms and statistical models to enable machines to learn from data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Types of machine learning: supervised, unsupervised, and reinforcement learning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Applications of machine learning: image recognition, natural language processing, and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Virtual assistants: Siri, Alexa, and Google Assistant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Image recognition: selfdriving cars, facial recognition, and medical diagnosis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Natural language processing: language translation, sentiment analysis, and text summarization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Benefits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Increased efficiency and productivity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Improved decisionmaking and accuracy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Enhanced customer experience and personalization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Potential to solve complex problems and improve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Challenges and Limitations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Bias and fairness in AI systems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Job displacement and workforce disruption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Cybersecurity risks and data protection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Need for transparency and explainability in AI decisionmaking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Future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Advancements in areas like edge AI, explainable AI, and humanAI collaboration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Potential applications in fields like healthcare, education, and environmental sustainability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Importance of responsible AI development and deployment to ensure benefits for society and humanity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