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3366"/>
                </a:solidFill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Generated by AI Research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Machine learning is a subset of artificial intelligence that involves the use of algorithms and statistical models to enable machines to perform tasks without explicit instructions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It allows systems to learn from data, identify patterns, and make decisions with minimal human intervention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Types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Supervised learning: involves training models on labeled data to make predictions on new, unseen data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Unsupervised learning: involves training models on unlabeled data to discover patterns and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Machine Learning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Image and speech recognition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Natural language processing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Predictive maintenance and quality control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Recommendation systems and 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Machine Learning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Linear regression and logistic regression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Decision trees and random forests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Support vector machines and knearest neighbors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Neural networks and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A subset of machine learning that involves the use of neural networks with multiple layers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Enables machines to learn complex patterns and relationships in data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Applications include image and speech recognition, natural language processing, and game playing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Machine Learning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Data collection and preprocessing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Model selection and training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Model evaluation and validation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Deployment and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Challenges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Data quality and availability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Model interpretability and explainability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Overfitting and underfitting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Adversarial attacks and security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Future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241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Increased adoption in industries such as healthcare, finance, and education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Advancements in areas such as explainability, transparency, and fairness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Integration with other technologies such as IoT, robotics, and computer vision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Potential for significant societal and economic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17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